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SESSION 1: PROMPT FILES AND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Create Your First Prompt Files for Spring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90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Individual Techniques to Organized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already know the 4 core techniques:</a:t>
            </a:r>
          </a:p>
          <a:p>
            <a:pPr lvl="1"/>
            <a:r>
              <a:t>Chain of Thought - Forces reasoning</a:t>
            </a:r>
          </a:p>
          <a:p>
            <a:pPr lvl="1"/>
            <a:r>
              <a:t>ReAct - Iterative problem-solving</a:t>
            </a:r>
          </a:p>
          <a:p>
            <a:pPr lvl="1"/>
            <a:r>
              <a:t>Tree of Thoughts - Explores alternatives</a:t>
            </a:r>
          </a:p>
          <a:p>
            <a:pPr lvl="1"/>
            <a:r>
              <a:t>Structured Prompts - Consistent output</a:t>
            </a:r>
          </a:p>
          <a:p/>
          <a:p>
            <a:pPr>
              <a:defRPr b="1"/>
            </a:pPr>
            <a:r>
              <a:t>The Problem:</a:t>
            </a:r>
          </a:p>
          <a:p>
            <a:pPr lvl="1"/>
            <a:r>
              <a:t>How do you ORGANIZE them?</a:t>
            </a:r>
          </a:p>
          <a:p>
            <a:pPr lvl="1"/>
            <a:r>
              <a:t>How do you make them REUSABLE?</a:t>
            </a:r>
          </a:p>
          <a:p/>
          <a:p>
            <a:pPr>
              <a:defRPr b="1" sz="2000"/>
            </a:pPr>
            <a:r>
              <a:t>Today's Answer: Prompt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5 Prompt Modes Quick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 1: Constitution - Project rules everywhere</a:t>
            </a:r>
          </a:p>
          <a:p>
            <a:pPr lvl="1">
              <a:defRPr i="1"/>
            </a:pPr>
            <a:r>
              <a:t>Example: javax → jakarta rules</a:t>
            </a:r>
          </a:p>
          <a:p/>
          <a:p>
            <a:r>
              <a:t>Mode 2: Specification - WHAT to build in THIS file</a:t>
            </a:r>
          </a:p>
          <a:p>
            <a:pPr lvl="1">
              <a:defRPr i="1"/>
            </a:pPr>
            <a:r>
              <a:t>Example: Migrate UserController specifics</a:t>
            </a:r>
          </a:p>
          <a:p/>
          <a:p>
            <a:r>
              <a:t>Mode 3: Planning - HOW to execute step-by-step</a:t>
            </a:r>
          </a:p>
          <a:p>
            <a:r>
              <a:t>Mode 4: ABCD - Handle decision points</a:t>
            </a:r>
          </a:p>
          <a:p>
            <a:r>
              <a:t>Mode 5: Implementation - Combine all and generate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Migration - Before &amp;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0000"/>
                </a:solidFill>
              </a:defRPr>
            </a:pPr>
            <a:r>
              <a:t>Bad Prompt: "Migrate this controller to Spring 3"</a:t>
            </a:r>
          </a:p>
          <a:p>
            <a:pPr lvl="1"/>
            <a:r>
              <a:t>Result: Generic changes, might miss patterns</a:t>
            </a:r>
          </a:p>
          <a:p/>
          <a:p>
            <a:pPr>
              <a:defRPr b="1">
                <a:solidFill>
                  <a:srgbClr val="008000"/>
                </a:solidFill>
              </a:defRPr>
            </a:pPr>
            <a:r>
              <a:t>Better: Prompt Files Approach</a:t>
            </a:r>
          </a:p>
          <a:p>
            <a:pPr lvl="1"/>
            <a:r>
              <a:t>Constitution file (reusable): javax → jakarta rules</a:t>
            </a:r>
          </a:p>
          <a:p>
            <a:pPr lvl="1"/>
            <a:r>
              <a:t>Specification file (per controller): UserController details</a:t>
            </a:r>
          </a:p>
          <a:p/>
          <a:p>
            <a:pPr>
              <a:defRPr b="1"/>
            </a:pPr>
            <a:r>
              <a:t>Result: Systematic, reusable, documented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Investment vs Payoff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coding: 45 min every time</a:t>
            </a:r>
          </a:p>
          <a:p>
            <a:r>
              <a:t>With Prompt Files: 30 min first time</a:t>
            </a:r>
          </a:p>
          <a:p>
            <a:pPr>
              <a:defRPr>
                <a:solidFill>
                  <a:srgbClr val="008000"/>
                </a:solidFill>
              </a:defRPr>
            </a:pPr>
            <a:r>
              <a:t>Second file: 5 min (reuse Constitution)</a:t>
            </a:r>
          </a:p>
          <a:p>
            <a:pPr>
              <a:defRPr>
                <a:solidFill>
                  <a:srgbClr val="008000"/>
                </a:solidFill>
              </a:defRPr>
            </a:pPr>
            <a:r>
              <a:t>Third+ files: 5 min each</a:t>
            </a:r>
          </a:p>
          <a:p/>
          <a:p>
            <a:pPr>
              <a:defRPr b="1"/>
            </a:pPr>
            <a:r>
              <a:t>Compound effect:</a:t>
            </a:r>
          </a:p>
          <a:p>
            <a:pPr lvl="1">
              <a:defRPr sz="2000">
                <a:solidFill>
                  <a:srgbClr val="008000"/>
                </a:solidFill>
              </a:defRPr>
            </a:pPr>
            <a:r>
              <a:t>After 5 migrations: 3+ hours saved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Hands-On Plan (60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Setup Repository (5 min)</a:t>
            </a:r>
          </a:p>
          <a:p>
            <a:pPr lvl="1"/>
            <a:r>
              <a:t>Verify spring-migration-demo ready</a:t>
            </a:r>
          </a:p>
          <a:p/>
          <a:p>
            <a:r>
              <a:t>2. Create Constitution File (15 min)</a:t>
            </a:r>
          </a:p>
          <a:p>
            <a:pPr lvl="1"/>
            <a:r>
              <a:t>Spring 2→3 migration rules</a:t>
            </a:r>
          </a:p>
          <a:p/>
          <a:p>
            <a:r>
              <a:t>3. Create Specification File (15 min)</a:t>
            </a:r>
          </a:p>
          <a:p>
            <a:pPr lvl="1"/>
            <a:r>
              <a:t>UserController migration details</a:t>
            </a:r>
          </a:p>
          <a:p/>
          <a:p>
            <a:r>
              <a:t>4. Test with AI (20 min)</a:t>
            </a:r>
          </a:p>
          <a:p>
            <a:r>
              <a:t>5. Validate Output (10 min)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