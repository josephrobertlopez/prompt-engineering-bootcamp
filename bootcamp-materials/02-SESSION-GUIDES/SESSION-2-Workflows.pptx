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SESSION 2: WORKFLOWS AND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Orchestrate All 5 Prompt Modes for Complete Migration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90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Individual Modes to Complete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Session 1 Recap:</a:t>
            </a:r>
          </a:p>
          <a:p>
            <a:pPr lvl="1"/>
            <a:r>
              <a:t>Constitution (Mode 1) - Reusable rules</a:t>
            </a:r>
          </a:p>
          <a:p>
            <a:pPr lvl="1"/>
            <a:r>
              <a:t>Specification (Mode 2) - File-specific targets</a:t>
            </a:r>
          </a:p>
          <a:p/>
          <a:p>
            <a:pPr>
              <a:defRPr b="1"/>
            </a:pPr>
            <a:r>
              <a:t>Today's Goal:</a:t>
            </a:r>
          </a:p>
          <a:p>
            <a:pPr lvl="1"/>
            <a:r>
              <a:t>Add Planning (Mode 3) - Execution steps</a:t>
            </a:r>
          </a:p>
          <a:p>
            <a:pPr lvl="1"/>
            <a:r>
              <a:t>Add ABCD (Mode 4) - Decision documentation</a:t>
            </a:r>
          </a:p>
          <a:p>
            <a:pPr lvl="1"/>
            <a:r>
              <a:t>Add Implementation (Mode 5) - Synthesis and generation</a:t>
            </a:r>
          </a:p>
          <a:p>
            <a:pPr lvl="1">
              <a:defRPr b="1"/>
            </a:pPr>
            <a:r>
              <a:t>Execute complete 5-mode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3 Missing Modes Quick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 3: Planning - Break work into ordered steps</a:t>
            </a:r>
          </a:p>
          <a:p>
            <a:pPr lvl="1">
              <a:defRPr i="1"/>
            </a:pPr>
            <a:r>
              <a:t>Phase 1: Imports (2 min), Phase 2: Annotations (5 min), Phase 3: Testing (5 min)</a:t>
            </a:r>
          </a:p>
          <a:p/>
          <a:p>
            <a:r>
              <a:t>Mode 4: ABCD Clarification - Document decisions</a:t>
            </a:r>
          </a:p>
          <a:p>
            <a:pPr lvl="1">
              <a:defRPr i="1"/>
            </a:pPr>
            <a:r>
              <a:t>Exception handling: Option A (simple) vs B (ProblemDetail) vs C (RFC 7807)</a:t>
            </a:r>
          </a:p>
          <a:p/>
          <a:p>
            <a:r>
              <a:t>Mode 5: Implementation - Pull everything together</a:t>
            </a:r>
          </a:p>
          <a:p>
            <a:pPr lvl="1">
              <a:defRPr i="1"/>
            </a:pPr>
            <a:r>
              <a:t>Context loaded: Constitution ✓, Specification ✓, Planning ✓, ABCD ✓ → Generate code</a:t>
            </a:r>
          </a:p>
          <a:p/>
          <a:p>
            <a:pPr>
              <a:defRPr b="1" sz="2000"/>
            </a:pPr>
            <a:r>
              <a:t>Key Insight: Modes 1-4 provide context, Mode 5 triggers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Planning Mode Structures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0000"/>
                </a:solidFill>
              </a:defRPr>
            </a:pPr>
            <a:r>
              <a:t>Without Planning: AI makes random changes, unclear order</a:t>
            </a:r>
          </a:p>
          <a:p/>
          <a:p>
            <a:pPr>
              <a:defRPr b="1">
                <a:solidFill>
                  <a:srgbClr val="008000"/>
                </a:solidFill>
              </a:defRPr>
            </a:pPr>
            <a:r>
              <a:t>With Planning:</a:t>
            </a:r>
          </a:p>
          <a:p>
            <a:pPr lvl="1"/>
            <a:r>
              <a:t>Phase 1: Package Updates (2 min) - Must compile first</a:t>
            </a:r>
          </a:p>
          <a:p>
            <a:pPr lvl="1"/>
            <a:r>
              <a:t>Phase 2: Annotations (5 min) - Build on updated imports</a:t>
            </a:r>
          </a:p>
          <a:p>
            <a:pPr lvl="1"/>
            <a:r>
              <a:t>Phase 3: Testing (5 min) - Validate everything works</a:t>
            </a:r>
          </a:p>
          <a:p/>
          <a:p>
            <a:pPr>
              <a:defRPr b="1"/>
            </a:pPr>
            <a:r>
              <a:t>Benefits: Logical order, small tasks, validation checkpoints, time estimates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ABCD Mode Documents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to Use ABCD:</a:t>
            </a:r>
          </a:p>
          <a:p>
            <a:pPr lvl="1"/>
            <a:r>
              <a:t>Multiple valid approaches exist</a:t>
            </a:r>
          </a:p>
          <a:p>
            <a:pPr lvl="1"/>
            <a:r>
              <a:t>Tradeoffs matter for your context</a:t>
            </a:r>
          </a:p>
          <a:p>
            <a:pPr lvl="1"/>
            <a:r>
              <a:t>Team needs to understand why you chose X</a:t>
            </a:r>
          </a:p>
          <a:p/>
          <a:p>
            <a:pPr>
              <a:defRPr b="1"/>
            </a:pPr>
            <a:r>
              <a:t>Example: Exception Handling Approach</a:t>
            </a:r>
          </a:p>
          <a:p>
            <a:pPr lvl="1"/>
            <a:r>
              <a:t>A: Simple String messages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B: ProblemDetail with details (recommended)</a:t>
            </a:r>
          </a:p>
          <a:p>
            <a:pPr lvl="1"/>
            <a:r>
              <a:t>C: Full RFC 7807 (over-engineered)</a:t>
            </a:r>
          </a:p>
          <a:p>
            <a:pPr lvl="1"/>
            <a:r>
              <a:t>D: Keep current pattern</a:t>
            </a:r>
          </a:p>
          <a:p/>
          <a:p>
            <a:pPr>
              <a:defRPr b="1"/>
            </a:pPr>
            <a:r>
              <a:t>Benefits: Documents WHY, team understands tradeoffs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5-Mode Workflow - Today's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Create Planning File (15 min)</a:t>
            </a:r>
          </a:p>
          <a:p>
            <a:pPr lvl="1"/>
            <a:r>
              <a:t>Break UserController migration into phases</a:t>
            </a:r>
          </a:p>
          <a:p/>
          <a:p>
            <a:r>
              <a:t>Step 2: Create ABCD File (10 min)</a:t>
            </a:r>
          </a:p>
          <a:p>
            <a:pPr lvl="1"/>
            <a:r>
              <a:t>Document exception handling decision</a:t>
            </a:r>
          </a:p>
          <a:p/>
          <a:p>
            <a:r>
              <a:t>Step 3: Create Implementation File (10 min)</a:t>
            </a:r>
          </a:p>
          <a:p>
            <a:pPr lvl="1"/>
            <a:r>
              <a:t>Reference all 5 modes</a:t>
            </a:r>
          </a:p>
          <a:p/>
          <a:p>
            <a:r>
              <a:t>Step 4: Execute Workflow (15 min)</a:t>
            </a:r>
          </a:p>
          <a:p>
            <a:pPr lvl="1"/>
            <a:r>
              <a:t>Load all modes into AI, generate code</a:t>
            </a:r>
          </a:p>
          <a:p/>
          <a:p>
            <a:r>
              <a:t>Step 5: Validate &amp; Document (10 min)</a:t>
            </a:r>
          </a:p>
          <a:p>
            <a:pPr lvl="1"/>
            <a:r>
              <a:t>Compare with feature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